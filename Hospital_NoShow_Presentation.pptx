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Class Balance (Target)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No-show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Showed up</c:v>
                </c:pt>
                <c:pt idx="1">
                  <c:v>No-show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88207</c:v>
                </c:pt>
                <c:pt idx="1">
                  <c:v>22314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Dummy</c:v>
                  </c:pt>
                  <c:pt idx="1">
                    <c:v>LogReg</c:v>
                  </c:pt>
                  <c:pt idx="2">
                    <c:v>LogReg
(balanced)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0.017</c:v>
                </c:pt>
                <c:pt idx="2">
                  <c:v>0.576</c:v>
                </c:pt>
                <c:pt idx="3">
                  <c:v>0.839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Dummy</c:v>
                  </c:pt>
                  <c:pt idx="1">
                    <c:v>LogReg</c:v>
                  </c:pt>
                  <c:pt idx="2">
                    <c:v>LogReg
(balanced)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0.033</c:v>
                </c:pt>
                <c:pt idx="2">
                  <c:v>0.401</c:v>
                </c:pt>
                <c:pt idx="3">
                  <c:v>0.439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Top Feature Importances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Alcoholism</c:v>
                  </c:pt>
                  <c:pt idx="1">
                    <c:v>Diabetes</c:v>
                  </c:pt>
                  <c:pt idx="2">
                    <c:v>Gender</c:v>
                  </c:pt>
                  <c:pt idx="3">
                    <c:v>Scholarship</c:v>
                  </c:pt>
                  <c:pt idx="4">
                    <c:v>Hipertension</c:v>
                  </c:pt>
                  <c:pt idx="5">
                    <c:v>SMS_received</c:v>
                  </c:pt>
                  <c:pt idx="6">
                    <c:v>Age</c:v>
                  </c:pt>
                  <c:pt idx="7">
                    <c:v>WaitingDays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0.005</c:v>
                </c:pt>
                <c:pt idx="1">
                  <c:v>0.005</c:v>
                </c:pt>
                <c:pt idx="2">
                  <c:v>0.01</c:v>
                </c:pt>
                <c:pt idx="3">
                  <c:v>0.01</c:v>
                </c:pt>
                <c:pt idx="4">
                  <c:v>0.013</c:v>
                </c:pt>
                <c:pt idx="5">
                  <c:v>0.105</c:v>
                </c:pt>
                <c:pt idx="6">
                  <c:v>0.115</c:v>
                </c:pt>
                <c:pt idx="7">
                  <c:v>0.681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Prediction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 to estimate no-show risk before appointments happen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MedTech Capstone Project  ·  AI/ML Fundamentals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scheduled appointments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in a no-show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110,527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 analyzed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real clinic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32104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blanket reminder strategy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prioritized by risk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apply reminders broadly instead of targeting patients most likely to miss their appointment — wasting doctor capacity and increasing wait times for others.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estimate no-show risk before the appointment, so staff can prioritize follow-up.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Appointment No Shows — Kaggle (public, anonymized)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110,527 appointment records (Brazil, Apr–Jun 2016)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original fields: demographics, conditions, SMS reminder, scheduling dates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 values, but data-quality issues found and cleaned: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invalid negative age → removed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invalid negative waiting-day rows → removed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Handcap field (0–4) converted to binary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949440" y="155448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4944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target → accuracy alone is misleading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12848" y="182880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95728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68496" y="182880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51376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51376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24144" y="182880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7024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7024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79792" y="182880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62672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182880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828800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choice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WaitingDays = AppointmentDay − ScheduledDay (date-only, avoiding a timestamp leakage bug in the raw data) — this became the single strongest predictor.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safeguard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information available before the appointment is used. Raw timestamps, patient/appointment IDs are excluded from the model.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F1 matter more than accuracy for this imbalanced problem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737360"/>
          <a:ext cx="4206240" cy="2011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 (balanced)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39776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CCFBF1"/>
          </a:solidFill>
          <a:ln/>
        </p:spPr>
      </p:sp>
      <p:sp>
        <p:nvSpPr>
          <p:cNvPr id="7" name="Text 3"/>
          <p:cNvSpPr/>
          <p:nvPr/>
        </p:nvSpPr>
        <p:spPr>
          <a:xfrm>
            <a:off x="763524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choice: Random Forest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635240" y="45720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84% of true no-shows — the metric that matters operationally, even though raw accuracy is lower than the naive baseline.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&amp; Key Drivers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Showed 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No-show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325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Predicted: Showed 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86200" y="1325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Predicted: No-show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737360"/>
            <a:ext cx="1417320" cy="1417320"/>
          </a:xfrm>
          <a:prstGeom prst="rect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7373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8,806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86200" y="1737360"/>
            <a:ext cx="1417320" cy="1417320"/>
          </a:xfrm>
          <a:prstGeom prst="rect">
            <a:avLst/>
          </a:prstGeom>
          <a:solidFill>
            <a:srgbClr val="FEF3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7373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8,836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1417320" cy="1417320"/>
          </a:xfrm>
          <a:prstGeom prst="rect">
            <a:avLst/>
          </a:prstGeom>
          <a:solidFill>
            <a:srgbClr val="FEF3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154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86200" y="3154680"/>
            <a:ext cx="1417320" cy="1417320"/>
          </a:xfrm>
          <a:prstGeom prst="rect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3154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3,743</a:t>
            </a:r>
            <a:endParaRPr lang="en-US" sz="2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92240" y="137160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missed no-shows (false negatives) are the costliest error — clinic loses the chance to intervene.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Inference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predict_noshow(patient_data) → risk score for a new appointment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0B3B3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'Gender': 'F', 'Age': 45,
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'Neighbourhood': 'JARDIM DA PENHA',
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'SMS_received': 1, 'WaitingDays': 15,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5029200" cy="0"/>
          </a:xfrm>
          <a:prstGeom prst="line">
            <a:avLst/>
          </a:prstGeom>
          <a:noFill/>
          <a:ln w="12700">
            <a:solidFill>
              <a:srgbClr val="2D6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prediction: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'No-show'
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no_show_probability: </a:t>
            </a:r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Validates required fields &amp; value ranges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Handles unseen neighbourhoods gracefully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Reproducible end-to-end in a clean Colab runtime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Responsible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one clinic system (Brazil, 2016) — may not transfer directly to other regions.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 &amp; demographics are predictors — outputs should be audited across subgroups before 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clinical tool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operational risk only; must not affect care decisions or auto-cancel appointments.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749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sensitivity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tuned for recall; the decision threshold should match the clinic's real cost trade-off.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MED-01 · Hospital No-Show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Random Forest pipeline that predicts appointment no-shows with 84% recall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EDA, leakage-safe preprocessing, and error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tested inference function ready to plug into clinic workflows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probabilities for real-world risk thresholds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simple operations dashboard for clinic staff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fairness across neighbourhoods before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github.com/xilola56/hospital-noshow-prediction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2026-08-14T16:03:39Z</dcterms:created>
  <dcterms:modified xsi:type="dcterms:W3CDTF">2026-08-14T16:03:39Z</dcterms:modified>
</cp:coreProperties>
</file>